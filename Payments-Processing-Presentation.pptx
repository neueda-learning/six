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Payments Processing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91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BEAFE"/>
                </a:solidFill>
              </a:rPr>
              <a:t>支付处理生命周期管理系统 —— 课程项目答辩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BEAFE"/>
                </a:solidFill>
              </a:rPr>
              <a:t>Spring Boot 3 + MyBatis-Plus + MySQL  |  Vue 3 + Element Plus + vue-i18n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329"/>
                </a:solidFill>
              </a:rPr>
              <a:t>目录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项目背景与目标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支付生命周期与状态机设计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系统架构与技术栈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核心功能演示（Live Demo）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我的贡献：五大功能模块详解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遇到的挑战与解决方案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测试覆盖与质量保障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未来展望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329"/>
                </a:solidFill>
              </a:rPr>
              <a:t>项目背景与目标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目标：设计并实现一个处理金融支付完整生命周期的系统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核心要求：创建、验证、处理、完成/失败的全流程管理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维护完整的状态变更 Audit Trail（审计时间线）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无需认证、单用户假设，不对接真实支付网关（内部模拟）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技术栈由团队自主选择：Spring Boot + Vue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329"/>
                </a:solidFill>
              </a:rPr>
              <a:t>支付生命周期与状态机设计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五种状态：CREATED → VALIDATED → SENT → COMPLETED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任意阶段均可流转至 FAILED（终态）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合法流转由 PaymentStateMachine 集中维护，杜绝跳级/逆向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F2329"/>
                </a:solidFill>
              </a:rPr>
              <a:t>    - CREATED → VALIDATED：三层校验（金额 / 币种 / 账户）+ 余额充足性校验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F2329"/>
                </a:solidFill>
              </a:rPr>
              <a:t>    - VALIDATED → SENT，SENT → COMPLETED：正常推进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F2329"/>
                </a:solidFill>
              </a:rPr>
              <a:t>    - 任意阶段 → FAILED：携带 errorCode + errorMessage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329"/>
                </a:solidFill>
              </a:rPr>
              <a:t>系统架构与技术栈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前端：Vue 3 + Element Plus + vue-router + vue-i18n（三语言：中/英/德）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后端：Spring Boot 3 + MyBatis-Plus + MySQL，分层架构 Controller/Service/Validator/StateMachine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统一响应体：{ success, data, errorCode, message }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全局异常处理：@RestControllerAdvice 统一转换错误响应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接口文档：Swagger / OpenAPI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定时任务：PaymentAutoTransitionScheduler 模拟真实网络异步处理延迟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329"/>
                </a:solidFill>
              </a:rPr>
              <a:t>核心功能模块概览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支付创建（幂等键防重复提交）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支付详情查看 + 失败错误详情展示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支付状态历史时间线（Audit Trail）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支付列表检索、按状态筛选、分页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回收站（软删除 / 恢复 / 永久删除，30 天保留期）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手动状态流转接口（课程演示 / 测试用）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我的贡献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BEAFE"/>
                </a:solidFill>
              </a:rPr>
              <a:t>五个由我独立设计并实现的功能模块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329"/>
                </a:solidFill>
              </a:rPr>
              <a:t>贡献 1：多语言国际化（i18n）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引入 vue-i18n，实现中文 / English / Deutsch 三语言切换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首次访问按浏览器语言自动探测，其后持久化到 localStorage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el-config-provider 联动 Element Plus 内置组件语言（分页器等）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金额 / 日期按语言环境本地化格式化（n() / d()）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错误码前端本地化字典，优先于后端固定语言 message 展示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仅改动前端代码，未触碰后端接口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329"/>
                </a:solidFill>
              </a:rPr>
              <a:t>贡献 2：自动状态推进 + 随机失败模拟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问题：原自动推进逻辑必然走向 COMPLETED，无法演示 FAILED 分支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方案：新增可配置的 failure-probability（默认 20%）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按当前所处阶段选用贴近场景的错误码（PROCESSING_ERROR / NETWORK_ERROR）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单次 20% 概率下，全流程整体失败率约 49%，同时演示两种真实分支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与余额校验协同：真实业务规则优先于随机演示逻辑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329"/>
                </a:solidFill>
              </a:rPr>
              <a:t>贡献 3：账户余额充足性校验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需求：只做余额充足性判断，不扣款、不涉及并发扣减，余额自始至终不变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新增 balance 字段（独立迁移脚本，不改动 schema.sql / data.sql）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hasSufficientBalance()：只读查询，无任何 UPDATE 语句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只在 CREATED → VALIDATED 这一步触发校验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余额不足时，实际执行的目标状态被强制改写为 FAILED / INSUFFICIENT_FUNDS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手动接口与自动调度两处入口统一复用同一段判断逻辑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329"/>
                </a:solidFill>
              </a:rPr>
              <a:t>贡献 4：列表页 / 详情页自动轮询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问题：后端每 5 秒自动推进状态，前端不刷新则用户看不到变化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详情页：单笔支付非终态时，每 5 秒静默刷新，到终态自动停止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列表页（新增）：只要当前页存在任意非终态记录就继续轮询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静默刷新不显示整页 loading 遮罩，避免闪烁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onUnmounted 清理定时器，离开页面不产生后台请求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329"/>
                </a:solidFill>
              </a:rPr>
              <a:t>贡献 5：测试用例文档 + JUnit 5 单元测试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test-cases.md：14 个章节，96 个测试用例，覆盖全部核心场景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主动标注 5 处代码审查发现的“待确认事项”，不回避已知缺口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PaymentValidatorTest：金额 / 账户 / 余额校验，15 个用例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PaymentStateMachineTest：参数化测试一次覆盖 25 种状态流转组合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PaymentServiceImplTest：状态解析 + 乐观锁冲突场景（如实记录代码现状）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全部使用 Mockito，隔离数据库与后台调度任务，测试稳定可重复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329"/>
                </a:solidFill>
              </a:rPr>
              <a:t>Live Demo 演示提纲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1. 创建一笔支付（展示幂等键、金额/币种/账户校验）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2. 切换语言（中/英/德），展示界面文案与金额/日期格式联动变化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3. 打开详情页，展示自动轮询：状态从 CREATED 自动推进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4. 演示一笔余额不足的支付：强制转为 FAILED / INSUFFICIENT_FUNDS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5. 查看状态历史时间线（Audit Trail）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6. 演示回收站：软删除 → 恢复 / 永久删除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329"/>
                </a:solidFill>
              </a:rPr>
              <a:t>遇到的挑战与解决方案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挑战：后台定时任务与集成测试断言冲突（flaky test）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F2329"/>
                </a:solidFill>
              </a:rPr>
              <a:t>    - 解决：改用 Mockito 纯单元测试，不依赖真实 Spring 容器与数据库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挑战：多语言切换后，Element Plus 内置组件文案未同步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F2329"/>
                </a:solidFill>
              </a:rPr>
              <a:t>    - 解决：引入 el-config-provider 统一注入语言配置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挑战：随机失败模拟与真实余额校验的错误码语义冲突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F2329"/>
                </a:solidFill>
              </a:rPr>
              <a:t>    - 解决：明确优先级——真实业务规则先于随机演示逻辑判断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329"/>
                </a:solidFill>
              </a:rPr>
              <a:t>未来展望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补充 Controller 层 @WebMvcTest，提升整体测试覆盖率至 80%+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引入可 mock 的 Clock，解决回收站保留期边界测试的时间注入问题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为乐观锁冲突场景补充真实的异常检测与友好错误码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多语言支持更多语种，補充德语专业术语校对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接入真实 CI/CD，将 JaCoCo 覆盖率检查纳入流水线门禁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谢谢聆听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BEAFE"/>
                </a:solidFill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